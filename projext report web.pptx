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2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2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8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8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3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2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4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6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6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95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8C42188-3F5B-453A-BAA2-60C970B6D8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DCB08EB-B119-47BC-8CF8-368B1ABCA6C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289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0B8F-4CE7-086D-CE46-C21EA301F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Job Skill Gap Analyzer – Resume Builder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AE6C1-E386-2E30-BA20-261B41BB7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9533" y="3429000"/>
            <a:ext cx="5748867" cy="2408569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</a:rPr>
              <a:t>Presented by: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</a:rPr>
              <a:t>M Asad Qayyum (ITF-11236)</a:t>
            </a:r>
          </a:p>
          <a:p>
            <a:pPr algn="ctr"/>
            <a:r>
              <a:rPr lang="en-US" sz="2000" dirty="0" err="1">
                <a:solidFill>
                  <a:srgbClr val="FFFF00"/>
                </a:solidFill>
              </a:rPr>
              <a:t>Hanzla</a:t>
            </a:r>
            <a:r>
              <a:rPr lang="en-US" sz="2000" dirty="0">
                <a:solidFill>
                  <a:srgbClr val="FFFF00"/>
                </a:solidFill>
              </a:rPr>
              <a:t> Saleem (ITF-11205)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</a:rPr>
              <a:t>Asif Shabbir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</a:rPr>
              <a:t>Saad Hassan</a:t>
            </a:r>
          </a:p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240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DCF3-BD50-2D83-3D1E-1EB0681C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E4572-82AE-EC5B-5112-6AB298ECD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What is Job Skill Gap Analyzer?</a:t>
            </a:r>
            <a:endParaRPr lang="en-US" dirty="0"/>
          </a:p>
          <a:p>
            <a:r>
              <a:rPr lang="en-US" dirty="0"/>
              <a:t>A website that helps job seekers:</a:t>
            </a:r>
          </a:p>
          <a:p>
            <a:r>
              <a:rPr lang="en-US" dirty="0"/>
              <a:t>Find suitable jobs based on their skills</a:t>
            </a:r>
          </a:p>
          <a:p>
            <a:r>
              <a:rPr lang="en-US" dirty="0"/>
              <a:t>Analyze missing skills for any job role</a:t>
            </a:r>
          </a:p>
          <a:p>
            <a:r>
              <a:rPr lang="en-US" dirty="0"/>
              <a:t>Generate professional resumes instantly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Highlights:</a:t>
            </a:r>
            <a:endParaRPr lang="en-US" dirty="0"/>
          </a:p>
          <a:p>
            <a:r>
              <a:rPr lang="en-US" dirty="0"/>
              <a:t>Free to use</a:t>
            </a:r>
          </a:p>
          <a:p>
            <a:r>
              <a:rPr lang="en-US" dirty="0"/>
              <a:t>No installation required (works in browser)</a:t>
            </a:r>
          </a:p>
          <a:p>
            <a:r>
              <a:rPr lang="en-US" dirty="0"/>
              <a:t>Smart skill matching system</a:t>
            </a:r>
          </a:p>
          <a:p>
            <a:r>
              <a:rPr lang="en-US" dirty="0"/>
              <a:t>One-click CV download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358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13F3-F730-CEC4-C6BB-A96F7D7DD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1BD900-1499-3643-C6EC-8D536B15C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2540002"/>
              </p:ext>
            </p:extLst>
          </p:nvPr>
        </p:nvGraphicFramePr>
        <p:xfrm>
          <a:off x="838200" y="2518913"/>
          <a:ext cx="10515600" cy="2655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172527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53914870"/>
                    </a:ext>
                  </a:extLst>
                </a:gridCol>
              </a:tblGrid>
              <a:tr h="46369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Explanation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017285"/>
                  </a:ext>
                </a:extLst>
              </a:tr>
              <a:tr h="46369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No skill awareness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Don't know which skills are in demand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538395"/>
                  </a:ext>
                </a:extLst>
              </a:tr>
              <a:tr h="46369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No comparison tool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Can't compare their skills with job requirements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604675"/>
                  </a:ext>
                </a:extLst>
              </a:tr>
              <a:tr h="46369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Difficult resume creation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Don't know how to make professional CV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570265"/>
                  </a:ext>
                </a:extLst>
              </a:tr>
              <a:tr h="800342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Multiple platforms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 to visit different websites for jobs, courses, resumes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9135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6C895C5-AEB2-F86C-D1BA-C8415E0199EF}"/>
              </a:ext>
            </a:extLst>
          </p:cNvPr>
          <p:cNvSpPr txBox="1"/>
          <p:nvPr/>
        </p:nvSpPr>
        <p:spPr>
          <a:xfrm>
            <a:off x="838200" y="1850322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Problems Job Seekers Face:</a:t>
            </a:r>
            <a:endParaRPr lang="en-US" sz="2800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58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9E8D-69C7-7E48-9296-4FEED80D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Solution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BA3382-80C5-8593-B107-50A572E60F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345477"/>
              </p:ext>
            </p:extLst>
          </p:nvPr>
        </p:nvGraphicFramePr>
        <p:xfrm>
          <a:off x="838200" y="2774530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772872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55212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Benefit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2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Skill Gap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Shows exactly which skills are missing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4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Job Finder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Recommends job based on user's skills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489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Trending Courses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 links to learn missing skills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6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Smart Resume Builder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Creates professional CV from simple form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284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Save to Database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 profile for future use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All-in-One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Jobs + Skills + Courses + Resume at one place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760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48BAF3-FBC2-6C25-59EE-F50B242C22BE}"/>
              </a:ext>
            </a:extLst>
          </p:cNvPr>
          <p:cNvSpPr txBox="1"/>
          <p:nvPr/>
        </p:nvSpPr>
        <p:spPr>
          <a:xfrm>
            <a:off x="838200" y="1769008"/>
            <a:ext cx="102381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Our Website Offers:</a:t>
            </a:r>
            <a:endParaRPr lang="en-US" sz="2800" dirty="0"/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1578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1184-09A6-2FBB-0643-2E08DB6D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Targeted Users: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E7BACB-A7D3-A446-1995-A1DA0D250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606588"/>
              </p:ext>
            </p:extLst>
          </p:nvPr>
        </p:nvGraphicFramePr>
        <p:xfrm>
          <a:off x="838200" y="2648968"/>
          <a:ext cx="10515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971553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06871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08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🎓 Fresh Graduates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Entering job market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03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🔍 Job Seekers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job hunting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39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🔄 Career Switchers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professions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85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📚 University Students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Prepare early for jobs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66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💼 Freelancers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Know trending skills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3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👨‍🏫 Career Counselors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 guide students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9521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2AB0D1-BD08-AE29-A390-F0692A86E377}"/>
              </a:ext>
            </a:extLst>
          </p:cNvPr>
          <p:cNvSpPr txBox="1"/>
          <p:nvPr/>
        </p:nvSpPr>
        <p:spPr>
          <a:xfrm>
            <a:off x="838200" y="5451895"/>
            <a:ext cx="10515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Platform:</a:t>
            </a:r>
            <a:r>
              <a:rPr lang="en-US" sz="2600" dirty="0"/>
              <a:t> Any device with a web browser (PC, Laptop, Mobile)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7CF75-6042-88C1-9526-3E6A1EFB8458}"/>
              </a:ext>
            </a:extLst>
          </p:cNvPr>
          <p:cNvSpPr txBox="1"/>
          <p:nvPr/>
        </p:nvSpPr>
        <p:spPr>
          <a:xfrm>
            <a:off x="838199" y="1757714"/>
            <a:ext cx="10289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Who is this website for?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3775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0185-693A-F903-E441-4C182E2F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Core Features - Smart Skill Matching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F6D78-989E-D837-AC0C-A5F4596D6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739296"/>
            <a:ext cx="11029615" cy="367830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User Types: Job = "Web Developer"</a:t>
            </a:r>
          </a:p>
          <a:p>
            <a:pPr marL="0" indent="0" algn="ctr">
              <a:buNone/>
            </a:pPr>
            <a:r>
              <a:rPr lang="en-US" dirty="0"/>
              <a:t>           Skills = "HTML, CSS"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          ↓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Required Skills: HTML, CSS, JavaScript, React, Bootstrap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          ↓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Result: Missing Skills = JavaScript, React, Bootstrap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95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9465-33B7-B954-839D-0D49B453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Core Features - Job Finder &amp; Resume Builder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F2C1E-0353-D316-CC12-7E7553C6B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816100"/>
            <a:ext cx="11204407" cy="47117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400" b="1" dirty="0"/>
              <a:t>Job Finder:</a:t>
            </a:r>
            <a:endParaRPr lang="en-US" sz="4400" dirty="0"/>
          </a:p>
          <a:p>
            <a:r>
              <a:rPr lang="en-US" sz="4400" dirty="0"/>
              <a:t>User types their skills (e.g., "HTML CSS JavaScript")</a:t>
            </a:r>
          </a:p>
          <a:p>
            <a:r>
              <a:rPr lang="en-US" sz="4400" dirty="0"/>
              <a:t>System suggests matching job title (e.g., "Frontend Developer")</a:t>
            </a:r>
          </a:p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r>
              <a:rPr lang="en-US" sz="4400" b="1" dirty="0"/>
              <a:t>Resume Builder:</a:t>
            </a:r>
            <a:endParaRPr lang="en-US" sz="4400" dirty="0"/>
          </a:p>
          <a:p>
            <a:r>
              <a:rPr lang="en-US" sz="4400" dirty="0"/>
              <a:t>User fills simple form:</a:t>
            </a:r>
          </a:p>
          <a:p>
            <a:pPr lvl="1"/>
            <a:r>
              <a:rPr lang="en-US" sz="4400" dirty="0"/>
              <a:t>Name, Phone, Email</a:t>
            </a:r>
          </a:p>
          <a:p>
            <a:pPr lvl="1"/>
            <a:r>
              <a:rPr lang="en-US" sz="4400" dirty="0"/>
              <a:t>Skills, Education, Experience</a:t>
            </a:r>
          </a:p>
          <a:p>
            <a:r>
              <a:rPr lang="en-US" sz="4400" dirty="0"/>
              <a:t>One click → Professional CV downloaded</a:t>
            </a:r>
          </a:p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r>
              <a:rPr lang="en-US" sz="4400" b="1" dirty="0"/>
              <a:t>Benefits:</a:t>
            </a:r>
            <a:endParaRPr lang="en-US" sz="4400" dirty="0"/>
          </a:p>
          <a:p>
            <a:r>
              <a:rPr lang="en-US" sz="4400" dirty="0"/>
              <a:t>No formatting skills needed</a:t>
            </a:r>
          </a:p>
          <a:p>
            <a:r>
              <a:rPr lang="en-US" sz="4400" dirty="0"/>
              <a:t>Instant download</a:t>
            </a:r>
          </a:p>
          <a:p>
            <a:r>
              <a:rPr lang="en-US" sz="4400" dirty="0"/>
              <a:t>Professional look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68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DE97-D914-4F50-6805-1FC3C56B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Architecture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58C051-09A3-39D1-A7B3-EFB9D745F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155099"/>
              </p:ext>
            </p:extLst>
          </p:nvPr>
        </p:nvGraphicFramePr>
        <p:xfrm>
          <a:off x="838200" y="2501900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141845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5494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6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HTML5, CSS3, JavaScript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128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75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 (phpMyAdmin)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648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Server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XAMPP / Apache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4300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77596A-E793-C5CD-169D-959A361A52EA}"/>
              </a:ext>
            </a:extLst>
          </p:cNvPr>
          <p:cNvSpPr txBox="1"/>
          <p:nvPr/>
        </p:nvSpPr>
        <p:spPr>
          <a:xfrm>
            <a:off x="838200" y="4537494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Architecture Flow:</a:t>
            </a:r>
            <a:endParaRPr lang="en-US" sz="2800" dirty="0"/>
          </a:p>
          <a:p>
            <a:br>
              <a:rPr lang="en-US" sz="2800" dirty="0"/>
            </a:br>
            <a:r>
              <a:rPr lang="en-US" sz="2800" dirty="0"/>
              <a:t>User → Browser → HTML/CSS/JS → PHP → MySQL 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433C8-E26C-9F76-3F50-32AA2F490817}"/>
              </a:ext>
            </a:extLst>
          </p:cNvPr>
          <p:cNvSpPr txBox="1"/>
          <p:nvPr/>
        </p:nvSpPr>
        <p:spPr>
          <a:xfrm>
            <a:off x="838200" y="1936906"/>
            <a:ext cx="59522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Technologies Used:</a:t>
            </a:r>
            <a:endParaRPr lang="en-US" sz="2800" dirty="0"/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43612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9F84-009C-DD86-5C28-7CDDAEE1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Libraries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BA97E32-980F-CD90-5E74-53FF9003D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80243"/>
              </p:ext>
            </p:extLst>
          </p:nvPr>
        </p:nvGraphicFramePr>
        <p:xfrm>
          <a:off x="838200" y="2067164"/>
          <a:ext cx="105156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296188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51589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21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editor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441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XAMPP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server to run PHP &amp; MySQL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158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 Chrome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Browser for testing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22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 control (optional)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18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A5B4360-095C-2E13-02BE-F6DEB1BD07B2}"/>
              </a:ext>
            </a:extLst>
          </p:cNvPr>
          <p:cNvSpPr txBox="1"/>
          <p:nvPr/>
        </p:nvSpPr>
        <p:spPr>
          <a:xfrm>
            <a:off x="469900" y="1171039"/>
            <a:ext cx="103588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No external packages needed - Pure code!</a:t>
            </a:r>
            <a:endParaRPr lang="en-US" sz="2800" dirty="0">
              <a:solidFill>
                <a:srgbClr val="FFFF00"/>
              </a:solidFill>
            </a:endParaRPr>
          </a:p>
          <a:p>
            <a:br>
              <a:rPr lang="en-US" sz="2800" dirty="0">
                <a:solidFill>
                  <a:srgbClr val="FFFF00"/>
                </a:solidFill>
              </a:rPr>
            </a:b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A8A4C-1B8F-38BC-DD15-6431D548D73E}"/>
              </a:ext>
            </a:extLst>
          </p:cNvPr>
          <p:cNvSpPr txBox="1"/>
          <p:nvPr/>
        </p:nvSpPr>
        <p:spPr>
          <a:xfrm>
            <a:off x="709522" y="4063865"/>
            <a:ext cx="107729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Libraries Used:</a:t>
            </a:r>
            <a:r>
              <a:rPr lang="en-US" dirty="0"/>
              <a:t> None (lightweight project)</a:t>
            </a:r>
          </a:p>
          <a:p>
            <a:br>
              <a:rPr lang="en-US" dirty="0"/>
            </a:br>
            <a:r>
              <a:rPr lang="en-US" b="1" dirty="0"/>
              <a:t>File Structure:</a:t>
            </a:r>
            <a:endParaRPr lang="en-US" dirty="0"/>
          </a:p>
          <a:p>
            <a:r>
              <a:rPr lang="en-US" dirty="0"/>
              <a:t>home.html - Main page</a:t>
            </a:r>
          </a:p>
          <a:p>
            <a:r>
              <a:rPr lang="en-US" dirty="0"/>
              <a:t>skill.html - Skill analysis page</a:t>
            </a:r>
          </a:p>
          <a:p>
            <a:r>
              <a:rPr lang="en-US" dirty="0"/>
              <a:t>job.html - Job finder page</a:t>
            </a:r>
          </a:p>
          <a:p>
            <a:r>
              <a:rPr lang="en-US" dirty="0"/>
              <a:t>profile.html - Resume builder</a:t>
            </a:r>
          </a:p>
          <a:p>
            <a:r>
              <a:rPr lang="en-US" dirty="0"/>
              <a:t>stylesheet.css - All styling</a:t>
            </a:r>
          </a:p>
          <a:p>
            <a:r>
              <a:rPr lang="en-US" dirty="0" err="1"/>
              <a:t>save_cv.php</a:t>
            </a:r>
            <a:r>
              <a:rPr lang="en-US" dirty="0"/>
              <a:t> - Database saving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83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BE685-38AA-AF72-4505-2BA05109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Implementation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0066D9-B02E-EA06-F880-8D5C56619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97039"/>
              </p:ext>
            </p:extLst>
          </p:nvPr>
        </p:nvGraphicFramePr>
        <p:xfrm>
          <a:off x="838199" y="2196848"/>
          <a:ext cx="10515597" cy="346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3172154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1932819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62206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25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(Auto)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 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76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VARCHAR(100)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483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VARCHAR(20)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11-digit phone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494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VARCHAR(100)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912692"/>
                  </a:ext>
                </a:extLst>
              </a:tr>
              <a:tr h="4953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skills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skills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070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055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experience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created_at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TIMESTAMP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Save date/time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3491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5E42B0-03FE-573B-D10E-2777838CB3B8}"/>
              </a:ext>
            </a:extLst>
          </p:cNvPr>
          <p:cNvSpPr txBox="1"/>
          <p:nvPr/>
        </p:nvSpPr>
        <p:spPr>
          <a:xfrm>
            <a:off x="838200" y="5658928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Operations:</a:t>
            </a:r>
            <a:r>
              <a:rPr lang="en-US" sz="2800" dirty="0"/>
              <a:t> CREATE (Save data), READ (Retrieve), UPDATE, DELETE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CDC4B-0A4F-F8A8-0733-67F169049BAC}"/>
              </a:ext>
            </a:extLst>
          </p:cNvPr>
          <p:cNvSpPr txBox="1"/>
          <p:nvPr/>
        </p:nvSpPr>
        <p:spPr>
          <a:xfrm>
            <a:off x="6921500" y="702156"/>
            <a:ext cx="65913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Database Name:</a:t>
            </a:r>
            <a:r>
              <a:rPr lang="en-US" sz="2800" dirty="0">
                <a:solidFill>
                  <a:srgbClr val="FFFF00"/>
                </a:solidFill>
              </a:rPr>
              <a:t> </a:t>
            </a:r>
            <a:r>
              <a:rPr lang="en-US" sz="2800" dirty="0" err="1">
                <a:solidFill>
                  <a:srgbClr val="FFFF00"/>
                </a:solidFill>
              </a:rPr>
              <a:t>cv_database</a:t>
            </a:r>
            <a:endParaRPr lang="en-US" sz="2800" dirty="0">
              <a:solidFill>
                <a:srgbClr val="FFFF00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Table Name:</a:t>
            </a:r>
            <a:r>
              <a:rPr lang="en-US" sz="2800" dirty="0">
                <a:solidFill>
                  <a:srgbClr val="FFFF00"/>
                </a:solidFill>
              </a:rPr>
              <a:t> </a:t>
            </a:r>
            <a:r>
              <a:rPr lang="en-US" sz="2800" dirty="0" err="1">
                <a:solidFill>
                  <a:srgbClr val="FFFF00"/>
                </a:solidFill>
              </a:rPr>
              <a:t>cvs</a:t>
            </a:r>
            <a:endParaRPr lang="en-US" sz="2800" dirty="0">
              <a:solidFill>
                <a:srgbClr val="FFFF0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375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37A9-D073-8BC9-EFF8-6BEF1514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 Screens Demo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658271-3CE7-2627-9957-88E9F7FC6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262184"/>
              </p:ext>
            </p:extLst>
          </p:nvPr>
        </p:nvGraphicFramePr>
        <p:xfrm>
          <a:off x="838200" y="2316480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918827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35677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260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🏠 Home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Job listings + Trending courses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479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📊 Skill Analyze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skills with job requirements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082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🔍 Job Finder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job by typing skills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54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Fill form and download CV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7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ℹ️ About 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 members + Project overview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3268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A20E58-FDC8-4C7D-1108-BA28CAEE85F7}"/>
              </a:ext>
            </a:extLst>
          </p:cNvPr>
          <p:cNvSpPr txBox="1"/>
          <p:nvPr/>
        </p:nvSpPr>
        <p:spPr>
          <a:xfrm>
            <a:off x="838200" y="4813540"/>
            <a:ext cx="108247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Validations:</a:t>
            </a:r>
            <a:endParaRPr lang="en-US" sz="2700" dirty="0"/>
          </a:p>
          <a:p>
            <a:r>
              <a:rPr lang="en-US" sz="2700" dirty="0"/>
              <a:t>Empty fields check</a:t>
            </a:r>
          </a:p>
          <a:p>
            <a:r>
              <a:rPr lang="en-US" sz="2700" dirty="0"/>
              <a:t>Email must contain @</a:t>
            </a:r>
          </a:p>
          <a:p>
            <a:r>
              <a:rPr lang="en-US" sz="2700" dirty="0"/>
              <a:t>Phone must be 11 digits</a:t>
            </a:r>
          </a:p>
          <a:p>
            <a:br>
              <a:rPr lang="en-US" sz="2700" dirty="0"/>
            </a:br>
            <a:endParaRPr lang="en-US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4D783-71BF-0BBD-6C41-2EC3388D15C4}"/>
              </a:ext>
            </a:extLst>
          </p:cNvPr>
          <p:cNvSpPr txBox="1"/>
          <p:nvPr/>
        </p:nvSpPr>
        <p:spPr>
          <a:xfrm>
            <a:off x="838200" y="1276709"/>
            <a:ext cx="6062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pages:</a:t>
            </a:r>
          </a:p>
        </p:txBody>
      </p:sp>
    </p:spTree>
    <p:extLst>
      <p:ext uri="{BB962C8B-B14F-4D97-AF65-F5344CB8AC3E}">
        <p14:creationId xmlns:p14="http://schemas.microsoft.com/office/powerpoint/2010/main" val="3083197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5793-FB5C-9232-1780-B9BF9C87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9FC18-DC8F-54AC-9F59-0ABBCD88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b="1" dirty="0"/>
              <a:t>Job Skill Gap Analyzer delivers:</a:t>
            </a:r>
            <a:endParaRPr lang="da-DK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Smart skill matching with gap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Job finder based on user skills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Trending courses recommendations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Clean, professional design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Database storage</a:t>
            </a:r>
            <a:br>
              <a:rPr lang="da-DK" dirty="0"/>
            </a:br>
            <a:endParaRPr lang="da-DK" dirty="0"/>
          </a:p>
          <a:p>
            <a:r>
              <a:rPr lang="en-US" b="1" dirty="0"/>
              <a:t>Ideal for:</a:t>
            </a:r>
            <a:r>
              <a:rPr lang="en-US" dirty="0"/>
              <a:t> Students, fresh graduates, and job seekers</a:t>
            </a:r>
          </a:p>
          <a:p>
            <a:endParaRPr lang="en-US" dirty="0"/>
          </a:p>
          <a:p>
            <a:r>
              <a:rPr lang="en-US" b="1" dirty="0"/>
              <a:t>Project Status:</a:t>
            </a:r>
            <a:r>
              <a:rPr lang="en-US" dirty="0"/>
              <a:t> Complete &amp; Functional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49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BD95-2985-C7D7-9796-B11174C4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YOU……..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2DB25-4D22-1432-E8A2-509B40297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Q/ANS……..</a:t>
            </a:r>
          </a:p>
        </p:txBody>
      </p:sp>
    </p:spTree>
    <p:extLst>
      <p:ext uri="{BB962C8B-B14F-4D97-AF65-F5344CB8AC3E}">
        <p14:creationId xmlns:p14="http://schemas.microsoft.com/office/powerpoint/2010/main" val="1056109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11</TotalTime>
  <Words>725</Words>
  <Application>Microsoft Office PowerPoint</Application>
  <PresentationFormat>Widescreen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Gill Sans MT</vt:lpstr>
      <vt:lpstr>Wingdings</vt:lpstr>
      <vt:lpstr>Wingdings 2</vt:lpstr>
      <vt:lpstr>Dividend</vt:lpstr>
      <vt:lpstr>Job Skill Gap Analyzer – Resume Builder</vt:lpstr>
      <vt:lpstr>Project Overview </vt:lpstr>
      <vt:lpstr>Problem Statement </vt:lpstr>
      <vt:lpstr>Our Solution </vt:lpstr>
      <vt:lpstr>Targeted Users:</vt:lpstr>
      <vt:lpstr>Core Features - Smart Skill Matching </vt:lpstr>
      <vt:lpstr>Core Features - Job Finder &amp; Resume Builder </vt:lpstr>
      <vt:lpstr>Technical Architecture </vt:lpstr>
      <vt:lpstr>Tools &amp; Libraries </vt:lpstr>
      <vt:lpstr>Database Implementation </vt:lpstr>
      <vt:lpstr>App Screens Demo </vt:lpstr>
      <vt:lpstr> Conclusion </vt:lpstr>
      <vt:lpstr>THANK YOU……..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اسد قیوم گجر</dc:creator>
  <cp:lastModifiedBy>محمد اسد قیوم گجر</cp:lastModifiedBy>
  <cp:revision>2</cp:revision>
  <dcterms:created xsi:type="dcterms:W3CDTF">2026-06-04T12:43:39Z</dcterms:created>
  <dcterms:modified xsi:type="dcterms:W3CDTF">2026-06-04T15:05:03Z</dcterms:modified>
</cp:coreProperties>
</file>